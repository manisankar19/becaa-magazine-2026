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6858000" cy="9906000" type="A4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120">
          <p15:clr>
            <a:srgbClr val="A4A3A4"/>
          </p15:clr>
        </p15:guide>
        <p15:guide id="4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6097" autoAdjust="0"/>
  </p:normalViewPr>
  <p:slideViewPr>
    <p:cSldViewPr>
      <p:cViewPr varScale="1">
        <p:scale>
          <a:sx n="52" d="100"/>
          <a:sy n="52" d="100"/>
        </p:scale>
        <p:origin x="2292" y="78"/>
      </p:cViewPr>
      <p:guideLst>
        <p:guide orient="horz" pos="2160"/>
        <p:guide pos="2880"/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515" y="2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/>
          <a:lstStyle>
            <a:lvl1pPr algn="r">
              <a:defRPr sz="1100"/>
            </a:lvl1pPr>
          </a:lstStyle>
          <a:p>
            <a:fld id="{CB4CCD5F-A918-4B88-80FA-E88E333D3121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7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515" y="8829677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 anchor="b"/>
          <a:lstStyle>
            <a:lvl1pPr algn="r">
              <a:defRPr sz="1100"/>
            </a:lvl1pPr>
          </a:lstStyle>
          <a:p>
            <a:fld id="{8ABAE756-54ED-49C4-83F0-DD381A5348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22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515" y="2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/>
          <a:lstStyle>
            <a:lvl1pPr algn="r">
              <a:defRPr sz="1100"/>
            </a:lvl1pPr>
          </a:lstStyle>
          <a:p>
            <a:fld id="{07142A51-8247-4C95-BD6C-985BCC77452A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55850" y="1162050"/>
            <a:ext cx="21701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6" tIns="45353" rIns="90706" bIns="4535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06" y="4473576"/>
            <a:ext cx="5504204" cy="3660775"/>
          </a:xfrm>
          <a:prstGeom prst="rect">
            <a:avLst/>
          </a:prstGeom>
        </p:spPr>
        <p:txBody>
          <a:bodyPr vert="horz" lIns="90706" tIns="45353" rIns="90706" bIns="4535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677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515" y="8829677"/>
            <a:ext cx="2982743" cy="466725"/>
          </a:xfrm>
          <a:prstGeom prst="rect">
            <a:avLst/>
          </a:prstGeom>
        </p:spPr>
        <p:txBody>
          <a:bodyPr vert="horz" lIns="90706" tIns="45353" rIns="90706" bIns="45353" rtlCol="0" anchor="b"/>
          <a:lstStyle>
            <a:lvl1pPr algn="r">
              <a:defRPr sz="1100"/>
            </a:lvl1pPr>
          </a:lstStyle>
          <a:p>
            <a:fld id="{1652E122-72D8-4434-87F7-E258ADA039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5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55850" y="1162050"/>
            <a:ext cx="21701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52E122-72D8-4434-87F7-E258ADA039E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7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84C28-800B-435F-9265-AB207F33CD05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6E9B7-58CA-4493-AF11-EDCB5185E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13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2.jpe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cetestindia.com/" TargetMode="External"/><Relationship Id="rId11" Type="http://schemas.openxmlformats.org/officeDocument/2006/relationships/image" Target="../media/image6.jpeg"/><Relationship Id="rId5" Type="http://schemas.openxmlformats.org/officeDocument/2006/relationships/hyperlink" Target="mailto:marketing@cetestindia.com" TargetMode="External"/><Relationship Id="rId10" Type="http://schemas.openxmlformats.org/officeDocument/2006/relationships/image" Target="../media/image5.png"/><Relationship Id="rId4" Type="http://schemas.openxmlformats.org/officeDocument/2006/relationships/hyperlink" Target="mailto:cetest@cetestindia.com" TargetMode="External"/><Relationship Id="rId9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64" y="1420238"/>
            <a:ext cx="3500462" cy="8313899"/>
          </a:xfrm>
        </p:spPr>
        <p:txBody>
          <a:bodyPr>
            <a:norm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ISO Certifications</a:t>
            </a:r>
            <a:endParaRPr 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IS/ISO 9001: 2015 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ISO 14001:2015 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ISO 45001:2018  </a:t>
            </a:r>
          </a:p>
          <a:p>
            <a:pPr>
              <a:buNone/>
            </a:pPr>
            <a:endParaRPr lang="en-US" sz="1400" b="1" dirty="0" smtClean="0">
              <a:solidFill>
                <a:schemeClr val="tx2">
                  <a:lumMod val="7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buNone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Registered 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Office</a:t>
            </a:r>
          </a:p>
          <a:p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124-A, N.S.C. Bose Road, </a:t>
            </a:r>
            <a:endParaRPr lang="en-US" sz="14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buNone/>
            </a:pP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      Kolkata -700092</a:t>
            </a:r>
            <a:endParaRPr lang="en-US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Tel:   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033 </a:t>
            </a: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2428 6221 / 6222 / 6223</a:t>
            </a:r>
          </a:p>
          <a:p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Fax:  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033 </a:t>
            </a: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2428 6220</a:t>
            </a:r>
          </a:p>
          <a:p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Mail:  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  <a:hlinkClick r:id="rId4"/>
              </a:rPr>
              <a:t>cetest@cetestindia.com</a:t>
            </a:r>
            <a:endParaRPr lang="en-US" sz="14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buNone/>
            </a:pP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              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  <a:hlinkClick r:id="rId5"/>
              </a:rPr>
              <a:t>marketing@cetestindia.com</a:t>
            </a:r>
            <a:endParaRPr lang="en-US" sz="14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CIN:    U74920WB1988PTC045778</a:t>
            </a:r>
            <a:endParaRPr lang="en-US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Web:  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  <a:hlinkClick r:id="rId6"/>
              </a:rPr>
              <a:t>www.cetestindia.com</a:t>
            </a:r>
            <a:endParaRPr lang="en-US" sz="14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14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lvl="0" indent="0">
              <a:buNone/>
              <a:defRPr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Laboratory 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&amp; </a:t>
            </a:r>
            <a:r>
              <a:rPr lang="en-US" sz="1400" b="1" dirty="0" err="1" smtClean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Godown</a:t>
            </a:r>
            <a:endParaRPr lang="en-US" sz="1400" b="1" dirty="0" smtClean="0">
              <a:solidFill>
                <a:schemeClr val="tx2">
                  <a:lumMod val="7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lvl="0" indent="0">
              <a:defRPr/>
            </a:pP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      Sardarpara</a:t>
            </a: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1400" dirty="0" err="1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Brahmapur</a:t>
            </a: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Kolkata</a:t>
            </a:r>
          </a:p>
          <a:p>
            <a:pPr marL="0" lvl="0" indent="0">
              <a:defRPr/>
            </a:pP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      NABL certificate no. for our </a:t>
            </a: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        accredited Parameters: TC-6840 </a:t>
            </a:r>
          </a:p>
          <a:p>
            <a:pPr marL="0" lvl="0" indent="0">
              <a:buNone/>
              <a:defRPr/>
            </a:pPr>
            <a:endParaRPr lang="en-US" sz="14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lvl="0" indent="0">
              <a:buNone/>
              <a:defRPr/>
            </a:pPr>
            <a:endParaRPr lang="en-US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lvl="0" indent="0">
              <a:buNone/>
              <a:defRPr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Project Offices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0">
              <a:lnSpc>
                <a:spcPct val="80000"/>
              </a:lnSpc>
              <a:defRPr/>
            </a:pP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Agartala, Tripura</a:t>
            </a:r>
          </a:p>
          <a:p>
            <a:pPr lvl="0">
              <a:lnSpc>
                <a:spcPct val="80000"/>
              </a:lnSpc>
              <a:defRPr/>
            </a:pP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Patna, Bihar</a:t>
            </a:r>
          </a:p>
          <a:p>
            <a:pPr lvl="0">
              <a:lnSpc>
                <a:spcPct val="80000"/>
              </a:lnSpc>
              <a:defRPr/>
            </a:pP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Ranchi, Jharkhand</a:t>
            </a:r>
          </a:p>
          <a:p>
            <a:pPr lvl="0">
              <a:lnSpc>
                <a:spcPct val="80000"/>
              </a:lnSpc>
              <a:defRPr/>
            </a:pP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Hyderabad, Telangana</a:t>
            </a:r>
          </a:p>
          <a:p>
            <a:pPr>
              <a:lnSpc>
                <a:spcPct val="80000"/>
              </a:lnSpc>
              <a:defRPr/>
            </a:pP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Guwahati</a:t>
            </a: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Assam</a:t>
            </a:r>
          </a:p>
          <a:p>
            <a:pPr>
              <a:lnSpc>
                <a:spcPct val="80000"/>
              </a:lnSpc>
              <a:defRPr/>
            </a:pPr>
            <a:r>
              <a:rPr lang="en-US" sz="14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Imphal, Manipur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290" y="1452538"/>
            <a:ext cx="1643074" cy="70723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lvl="0">
              <a:defRPr/>
            </a:pPr>
            <a:r>
              <a:rPr lang="en-US" b="1" dirty="0" smtClean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SERVICES OFFERED:</a:t>
            </a:r>
          </a:p>
          <a:p>
            <a:pPr lvl="0">
              <a:defRPr/>
            </a:pPr>
            <a:endParaRPr lang="en-US" sz="12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Geotechnical Engineering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Geophysical Testing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Highway Engineering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Railway Engineering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Bridge Design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Survey Engineering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Building Design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Water </a:t>
            </a:r>
            <a:r>
              <a:rPr lang="en-US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Supply </a:t>
            </a: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Design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2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Non Destructive Testing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endParaRPr lang="en-US" sz="1200" b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endParaRPr lang="en-US" sz="12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29250" y="1651000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36" y="4964183"/>
            <a:ext cx="1753985" cy="177476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288" y="1066784"/>
            <a:ext cx="1762298" cy="1600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70" y="2947293"/>
            <a:ext cx="1741516" cy="1791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03927" y="347931"/>
            <a:ext cx="459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C. E. TESTING COMPANY PVT. </a:t>
            </a:r>
            <a:r>
              <a:rPr lang="en-US" sz="2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LTD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pic>
        <p:nvPicPr>
          <p:cNvPr id="18" name="Picture 17" descr="top-logo-new1.bmp"/>
          <p:cNvPicPr>
            <a:picLocks/>
          </p:cNvPicPr>
          <p:nvPr/>
        </p:nvPicPr>
        <p:blipFill>
          <a:blip r:embed="rId10"/>
          <a:srcRect l="75828" r="3756" b="4305"/>
          <a:stretch>
            <a:fillRect/>
          </a:stretch>
        </p:blipFill>
        <p:spPr>
          <a:xfrm>
            <a:off x="6000768" y="9024966"/>
            <a:ext cx="500066" cy="5976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85728" y="8953528"/>
            <a:ext cx="6286544" cy="785818"/>
          </a:xfrm>
          <a:prstGeom prst="rect">
            <a:avLst/>
          </a:prstGeom>
          <a:noFill/>
          <a:ln w="12700">
            <a:solidFill>
              <a:schemeClr val="accent1">
                <a:shade val="50000"/>
                <a:alpha val="9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member of tpf group"/>
          <p:cNvPicPr/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57166" y="9096404"/>
            <a:ext cx="107157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42852" y="166654"/>
            <a:ext cx="1666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1357298" y="9167842"/>
            <a:ext cx="45005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Competence     |    Confidence    |    Commitment</a:t>
            </a:r>
            <a:endParaRPr lang="en-US" sz="1400" dirty="0" smtClean="0">
              <a:solidFill>
                <a:schemeClr val="tx2">
                  <a:lumMod val="7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000636" y="6953265"/>
            <a:ext cx="171451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9224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382</TotalTime>
  <Words>50</Words>
  <Application>Microsoft Office PowerPoint</Application>
  <PresentationFormat>A4 Paper (210x297 mm)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Anirban Nayak</dc:creator>
  <cp:lastModifiedBy>Bikash Dey</cp:lastModifiedBy>
  <cp:revision>99</cp:revision>
  <cp:lastPrinted>2016-09-02T11:19:27Z</cp:lastPrinted>
  <dcterms:created xsi:type="dcterms:W3CDTF">2011-09-24T07:20:05Z</dcterms:created>
  <dcterms:modified xsi:type="dcterms:W3CDTF">2025-05-14T07:11:54Z</dcterms:modified>
</cp:coreProperties>
</file>